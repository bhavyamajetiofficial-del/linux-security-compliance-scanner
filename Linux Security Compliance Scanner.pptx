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172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55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155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487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549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004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14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2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277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175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437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4377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569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4350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774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309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331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7CA1E-7CDA-4A75-BEAC-8B0EE1521AE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01485-0182-488B-A1DA-5090258B7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3540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  <p:sldLayoutId id="2147483862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53BA9-8358-330E-45F1-E075672DAA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Linux Security Compliance Scanner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D10FA-627E-93DE-D569-401F9D228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5934" y="4729316"/>
            <a:ext cx="3982065" cy="528484"/>
          </a:xfrm>
        </p:spPr>
        <p:txBody>
          <a:bodyPr/>
          <a:lstStyle/>
          <a:p>
            <a:r>
              <a:rPr lang="en-IN" dirty="0"/>
              <a:t>By Bhavya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871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01AE3-101C-F76E-34BE-D48E28E2A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501446"/>
            <a:ext cx="10746658" cy="56142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Abstract: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Linux Security Compliance Scanner is a Bash-based security tool that audits the </a:t>
            </a:r>
            <a:r>
              <a:rPr lang="en-US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linux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Operating system and identifies common security misconfigurations.</a:t>
            </a:r>
            <a:endParaRPr lang="en-IN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Modern computer systems face various configuration issues that put the system at risk of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being compromised. 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issues include open ports, insecure file permissions, weak password management, disabled firewalls, and outdated packages. </a:t>
            </a:r>
            <a:endParaRPr lang="en-IN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main goal of the project is to automate the identification of common security</a:t>
            </a:r>
            <a:r>
              <a:rPr lang="en-IN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weaknesses using Linux system commands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758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8AD9D-67DA-2C4C-1EBE-99ED8A163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7" y="403123"/>
            <a:ext cx="11375923" cy="5773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Problem Statement  </a:t>
            </a:r>
          </a:p>
          <a:p>
            <a:pPr>
              <a:lnSpc>
                <a:spcPct val="16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Linux systems are deployed with default configurations that may not follow security best practices. </a:t>
            </a:r>
          </a:p>
          <a:p>
            <a:pPr>
              <a:lnSpc>
                <a:spcPct val="16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often overlook important security settings such as firewall rules, password policies, SSH configurations, and file permissions.</a:t>
            </a:r>
          </a:p>
          <a:p>
            <a:pPr>
              <a:lnSpc>
                <a:spcPct val="16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commonly exploit misconfigured systems to gain unauthorized access, escalate  privileges, or execute malicious activities. </a:t>
            </a:r>
          </a:p>
          <a:p>
            <a:pPr>
              <a:lnSpc>
                <a:spcPct val="16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security auditing is time-consuming and requires deep knowledge of system configuration files and security standards</a:t>
            </a:r>
            <a:r>
              <a:rPr lang="en-IN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52732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48685-5010-BFAB-BCF6-2C1D19EFF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271" y="501444"/>
            <a:ext cx="10783529" cy="58993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The Solution: Why we Need an Automated Fix</a:t>
            </a:r>
          </a:p>
          <a:p>
            <a:pPr marL="0" indent="0">
              <a:buNone/>
            </a:pPr>
            <a:br>
              <a:rPr lang="en-US" sz="2400" b="1" dirty="0"/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Security misconfigurations are one of the most common causes of system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vulnerabilities.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of security settings can be inconsistent and prone to human error.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tools make sure that every system is evaluated using the same security checks.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Linux Security Compliance Scanner automates the process of checking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configurations. The tool performs multiple checks in a structured and repeatable way.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036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2F560-06E6-20A1-1C5D-694EF3E71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344129"/>
            <a:ext cx="10940845" cy="6096000"/>
          </a:xfrm>
        </p:spPr>
        <p:txBody>
          <a:bodyPr>
            <a:normAutofit fontScale="70000" lnSpcReduction="20000"/>
          </a:bodyPr>
          <a:lstStyle/>
          <a:p>
            <a:r>
              <a:rPr lang="en-US" sz="2900" b="1" dirty="0"/>
              <a:t>Tools and Technologies Used</a:t>
            </a:r>
            <a:endParaRPr lang="en-IN" sz="2900" b="1" dirty="0"/>
          </a:p>
          <a:p>
            <a:pPr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this automatic security patch script, we're using a collection of powerful tools that are all part of the Linux environment. Here's a simple breakdown of our toolkit and why each piece is so important:</a:t>
            </a:r>
          </a:p>
          <a:p>
            <a:pPr lvl="0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Linux tools used: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ss – to find open network ports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grep lets you search through configuration files. 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manage and check system services.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ufw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checking firewall status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apt – for checking system updates</a:t>
            </a:r>
          </a:p>
          <a:p>
            <a:pPr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nutshell: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Kali Linux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Our operating system.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APT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tool that handles all the updates.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Bash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language we write the script in.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Nano/Vim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What we use to write the code</a:t>
            </a:r>
          </a:p>
        </p:txBody>
      </p:sp>
    </p:spTree>
    <p:extLst>
      <p:ext uri="{BB962C8B-B14F-4D97-AF65-F5344CB8AC3E}">
        <p14:creationId xmlns:p14="http://schemas.microsoft.com/office/powerpoint/2010/main" val="976342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DDCA0-C006-7920-1EDF-6DEC2C623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26142"/>
            <a:ext cx="11049000" cy="595082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Implementation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53735B-BBD5-5013-486B-AA7FC1C7E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413" y="1320353"/>
            <a:ext cx="7102168" cy="404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504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48546F-A6C5-C033-F9A6-FF05E63486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48" y="821704"/>
            <a:ext cx="4838307" cy="23105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2431B0-FC65-62E3-747C-BCC725DF4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21704"/>
            <a:ext cx="5486876" cy="2310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2F181C-F081-1CDB-1498-8210AD576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2850" y="4077110"/>
            <a:ext cx="3870325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699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11AF-3721-189C-4F2A-E0BE27D35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442452"/>
            <a:ext cx="10931013" cy="5734511"/>
          </a:xfrm>
        </p:spPr>
        <p:txBody>
          <a:bodyPr>
            <a:normAutofit/>
          </a:bodyPr>
          <a:lstStyle/>
          <a:p>
            <a:r>
              <a:rPr lang="en-US" b="1" dirty="0"/>
              <a:t>Conclusion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Linux Security Compliance Scanner shows how to use Bash scripting and Linux  tools to automate system security auditing.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shows how important it is to find configuration-based vulnerabilities in  Linux systems.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scanning makes security auditing easier and raises awareness of system security.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scanner helps administrators find problems like weak password policies, SSH configurations that aren't secure, and updates that are missing.</a:t>
            </a:r>
          </a:p>
        </p:txBody>
      </p:sp>
    </p:spTree>
    <p:extLst>
      <p:ext uri="{BB962C8B-B14F-4D97-AF65-F5344CB8AC3E}">
        <p14:creationId xmlns:p14="http://schemas.microsoft.com/office/powerpoint/2010/main" val="2027367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7B003C-03C1-40BE-372F-4ED82A103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0876" y="1117063"/>
            <a:ext cx="7541562" cy="446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9835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</TotalTime>
  <Words>457</Words>
  <Application>Microsoft Office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Times New Roman</vt:lpstr>
      <vt:lpstr>Vapor Trail</vt:lpstr>
      <vt:lpstr>Linux Security Compliance Scanner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Tejaswi Majeti</dc:creator>
  <cp:lastModifiedBy>Bhavya Tejaswi Majeti</cp:lastModifiedBy>
  <cp:revision>1</cp:revision>
  <dcterms:created xsi:type="dcterms:W3CDTF">2026-03-13T04:57:17Z</dcterms:created>
  <dcterms:modified xsi:type="dcterms:W3CDTF">2026-03-13T05:00:14Z</dcterms:modified>
</cp:coreProperties>
</file>